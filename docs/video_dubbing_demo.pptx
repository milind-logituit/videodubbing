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5603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Logituit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200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BCCEE"/>
                </a:solidFill>
              </a:rPr>
              <a:t>AI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7132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AI Video
Dubbing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20040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BCCEE"/>
                </a:solidFill>
              </a:rPr>
              <a:t>English → Hindi Subtitles &amp; Dubbed Audio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74903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EE"/>
                </a:solidFill>
              </a:rPr>
              <a:t>End-to-end localisation pipeline for OTT platforms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12648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AACC"/>
                </a:solidFill>
              </a:rPr>
              <a:t>Logituit  ·  Customer Demo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EE"/>
                </a:solidFill>
              </a:rPr>
              <a:t>OTT platforms are sitting on vast English catalogues — regional audiences can't watch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BCCEE"/>
                </a:solidFill>
              </a:rPr>
              <a:t>Logituit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CCEE"/>
                </a:solidFill>
              </a:rPr>
              <a:t>Logituit  ·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920240" cy="530352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1316736"/>
            <a:ext cx="1810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Human dubbing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344168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₹8,000–15,000 per finished minute  ·  weeks of lead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47672"/>
            <a:ext cx="1920240" cy="530352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2029967"/>
            <a:ext cx="1810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Manual subtitling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05740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2–5x real-time effort  ·  inconsistent quality across titles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60904"/>
            <a:ext cx="1920240" cy="530352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" y="2743200"/>
            <a:ext cx="1810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Language coverage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770632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Hindi, Tamil, Telugu, Kannada, Malayalam — 700M+ viewers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74136"/>
            <a:ext cx="1920240" cy="530352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" y="3456432"/>
            <a:ext cx="1810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Catalogue backlog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483864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Thousands of hours of English content sitting unlocalised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1234440"/>
            <a:ext cx="3291840" cy="470916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35331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6B"/>
                </a:solidFill>
              </a:rPr>
              <a:t>The Opportunity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17830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AI can reduce dubbing cost 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1305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FA3"/>
                </a:solidFill>
              </a:rPr>
              <a:t>80–90% vs human studio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47802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82549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Time-to-market: hours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1729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FA3"/>
                </a:solidFill>
              </a:rPr>
              <a:t>instead of weeks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47802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86791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Single pipeline supports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21538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FA3"/>
                </a:solidFill>
              </a:rPr>
              <a:t>6 Indian languages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Pipeline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EE"/>
                </a:solidFill>
              </a:rPr>
              <a:t>Three-stage automated pipeline — no human in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BCCEE"/>
                </a:solidFill>
              </a:rPr>
              <a:t>Logituit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CCEE"/>
                </a:solidFill>
              </a:rPr>
              <a:t>Logituit  ·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2286000" cy="59436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1325880"/>
            <a:ext cx="2176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Stage 1  ASR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2710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6B"/>
                </a:solidFill>
              </a:rPr>
              <a:t>OpenAI Whisper (base)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54533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English speech → transcript + word-level timestamps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645919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E5FA3"/>
                </a:solidFill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03120"/>
            <a:ext cx="2286000" cy="59436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2194560"/>
            <a:ext cx="2176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Stage 2  Translate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1396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6B"/>
                </a:solidFill>
              </a:rPr>
              <a:t>Google Translate (en→hi)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414015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Per-segment translation preserving sentence boundaries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51460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E5FA3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71800"/>
            <a:ext cx="2286000" cy="59436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" y="3063240"/>
            <a:ext cx="2176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Stage 3  TTS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0083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6B"/>
                </a:solidFill>
              </a:rPr>
              <a:t>Microsoft Neural TTS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28269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hi-IN-SwaraNeural — natural Hindi speech synthesis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69080"/>
            <a:ext cx="11430000" cy="384048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114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</a:rPr>
              <a:t>Outputs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114800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Use Case 1: WebVTT subtitle file  ·  Use Case 2: Dubbed MP4 (audio track replaced)  ·  Bilingual transcript CSV  ·  Quality metrics JSON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63440"/>
            <a:ext cx="11430000" cy="150876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75488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6B"/>
                </a:solidFill>
              </a:rPr>
              <a:t>Technology Stack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66360"/>
            <a:ext cx="1691640" cy="7132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52303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Python 3.12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55412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EE"/>
                </a:solidFill>
              </a:rPr>
              <a:t>Runtime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5166360"/>
            <a:ext cx="1691640" cy="7132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50592" y="52303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openai-whisper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50592" y="55412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EE"/>
                </a:solidFill>
              </a:rPr>
              <a:t>ASR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5166360"/>
            <a:ext cx="1691640" cy="7132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70832" y="52303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deep-translator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0832" y="55412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EE"/>
                </a:solidFill>
              </a:rPr>
              <a:t>Translate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5166360"/>
            <a:ext cx="1691640" cy="7132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2" y="52303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edge-tts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1072" y="55412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EE"/>
                </a:solidFill>
              </a:rPr>
              <a:t>TTS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5166360"/>
            <a:ext cx="1691640" cy="7132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11312" y="52303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ffmpeg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55412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EE"/>
                </a:solidFill>
              </a:rPr>
              <a:t>Video mux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00" y="5166360"/>
            <a:ext cx="1691640" cy="7132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31552" y="52303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Streamlit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31552" y="55412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EE"/>
                </a:solidFill>
              </a:rPr>
              <a:t>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Use Case 1 — Hindi Subtitles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EE"/>
                </a:solidFill>
              </a:rPr>
              <a:t>Original video plays with native browser CC overlay (WebVTT) — no re-encoding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BCCEE"/>
                </a:solidFill>
              </a:rPr>
              <a:t>Logituit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CCEE"/>
                </a:solidFill>
              </a:rPr>
              <a:t>Logituit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6B"/>
                </a:solidFill>
              </a:rPr>
              <a:t>How it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1737360" cy="530352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1691640"/>
            <a:ext cx="1627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Whisper ASR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709928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Extract English transcript with precise per-segment timestamps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58568"/>
            <a:ext cx="1737360" cy="530352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2350008"/>
            <a:ext cx="1627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Translate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68296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Google Translate produces Hindi text for each segment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16936"/>
            <a:ext cx="1737360" cy="530352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" y="3008376"/>
            <a:ext cx="1627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Generate VTT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026664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WebVTT file written: timestamp → Hindi line, one cue per segment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75304"/>
            <a:ext cx="1737360" cy="530352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" y="3666744"/>
            <a:ext cx="1627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685032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st.video(video, subtitles={"हिंदी": vtt}) — browser renders CC natively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434840"/>
            <a:ext cx="5394960" cy="1920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4988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BCCEE"/>
                </a:solidFill>
              </a:rPr>
              <a:t>subtitles_hi.vtt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2803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CCEE"/>
                </a:solidFill>
              </a:rPr>
              <a:t>WEBVTT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834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1389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FF88"/>
                </a:solidFill>
              </a:rPr>
              <a:t>00:00:00.000 --&gt; 00:00:06.900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29437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ऐसी दुनिया में जहां स्ट्रीमिंग ने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449824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मल्टीप्लेक्स की जगह ले ली है...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6052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7607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FF88"/>
                </a:solidFill>
              </a:rPr>
              <a:t>00:00:07.900 --&gt; 00:00:09.600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1616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हमने यह मंच शून्य से बनाया है।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1188720"/>
            <a:ext cx="5760720" cy="324612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2984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6B"/>
                </a:solidFill>
              </a:rPr>
              <a:t>Key advantages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17373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3A6B"/>
                </a:solidFill>
              </a:rPr>
              <a:t>✓  No video re-encoding — original file untouched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22128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3A6B"/>
                </a:solidFill>
              </a:rPr>
              <a:t>✓  Toggle CC on/off via native browser controls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68833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3A6B"/>
                </a:solidFill>
              </a:rPr>
              <a:t>✓  Millisecond-accurate sync from Whisper timestamps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316382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3A6B"/>
                </a:solidFill>
              </a:rPr>
              <a:t>✓  VTT + SRT files downloadable for any player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6393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3A6B"/>
                </a:solidFill>
              </a:rPr>
              <a:t>✓  Works with any video format: MP4, MOV, AVI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4617720"/>
            <a:ext cx="5760720" cy="685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4681728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Ideal for: streaming platforms serving subtitles to hearing-impaired viewers or language learners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Use Case 2 — Hindi Dubbed Audio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EE"/>
                </a:solidFill>
              </a:rPr>
              <a:t>English audio track replaced by AI-generated Hindi speech — same video, new 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BCCEE"/>
                </a:solidFill>
              </a:rPr>
              <a:t>Logituit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CCEE"/>
                </a:solidFill>
              </a:rPr>
              <a:t>Logituit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6B"/>
                </a:solidFill>
              </a:rPr>
              <a:t>How it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1737360" cy="493776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1682496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Whisper ASR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69164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Transcribe English audio with segment timestamps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03704"/>
            <a:ext cx="1737360" cy="493776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2286000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Translate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295144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Google Translate → Hindi text per segment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07208"/>
            <a:ext cx="1737360" cy="493776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" y="2889504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Neural TTS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2898648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edge-tts hi-IN-SwaraNeural synthesises Hindi speech per segment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10712"/>
            <a:ext cx="1737360" cy="493776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" y="349300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Concatenate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502152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pydub stitches segments into a single Hindi audio track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14216"/>
            <a:ext cx="1737360" cy="493776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4096512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ffmpeg mux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4105656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-map 0:v -map 1:a -shortest — video stream copied, audio replaced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09160"/>
            <a:ext cx="5486400" cy="18288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79145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39C12"/>
                </a:solidFill>
              </a:rPr>
              <a:t>⚠  Known challenge: Duration mismatch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57216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Hindi TTS runs ~30% longer than English source (more syllables per concept).
Current POC: concatenated output — some segments may overlap or have gaps.
Production fix: duration-matched TTS + time-stretch to fit original segment length.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188720"/>
            <a:ext cx="5760720" cy="534924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2984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6B"/>
                </a:solidFill>
              </a:rPr>
              <a:t>TTS Voice — hi-IN-SwaraNeural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73736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5FA3"/>
                </a:solidFill>
              </a:rPr>
              <a:t>Provider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1737360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Microsoft Azure Cognitive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304288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5FA3"/>
                </a:solidFill>
              </a:rPr>
              <a:t>Voice 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2304288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hi-IN-SwaraNeural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871215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5FA3"/>
                </a:solidFill>
              </a:rPr>
              <a:t>Quality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2871215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Neural — not concatenative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438144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5FA3"/>
                </a:solidFill>
              </a:rPr>
              <a:t>POC 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3438144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Free (edge-tts)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00507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5FA3"/>
                </a:solidFill>
              </a:rPr>
              <a:t>Prod cost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4005072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Azure Neural TTS — ~$16/1M chars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989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3A6B"/>
                </a:solidFill>
              </a:rPr>
              <a:t>Ideal for: viewers who prefer audio in mother tongue — particularly Tier 2/3 cities with lower English literacy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Demo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EE"/>
                </a:solidFill>
              </a:rPr>
              <a:t>POC run on a 31.9s synthetic OTT content clip — English entertainment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BCCEE"/>
                </a:solidFill>
              </a:rPr>
              <a:t>Logituit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CCEE"/>
                </a:solidFill>
              </a:rPr>
              <a:t>Logituit  ·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1554480" cy="530352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316736"/>
            <a:ext cx="1499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93.5%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47672" y="13167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4444"/>
                </a:solidFill>
              </a:rPr>
              <a:t>ASR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47672" y="1554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1 − WER  |  Whisper base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280160"/>
            <a:ext cx="1554480" cy="530352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1316736"/>
            <a:ext cx="1499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6.5%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5312" y="13167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4444"/>
                </a:solidFill>
              </a:rPr>
              <a:t>Word Error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1554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Whisper base on clean TTS audio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19" y="1280160"/>
            <a:ext cx="1554480" cy="530352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1" y="1316736"/>
            <a:ext cx="1499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26.5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2951" y="13167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4444"/>
                </a:solidFill>
              </a:rPr>
              <a:t>Translation BLEU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2951" y="1554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vs human Hindi reference translation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286000"/>
            <a:ext cx="1554480" cy="530352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322576"/>
            <a:ext cx="1499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47672" y="23225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4444"/>
                </a:solidFill>
              </a:rPr>
              <a:t>Segments dubbed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47672" y="25603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Whisper segmentation boundaries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79" y="2286000"/>
            <a:ext cx="1554480" cy="530352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5112" y="2322576"/>
            <a:ext cx="1499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31.9s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25312" y="23225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4444"/>
                </a:solidFill>
              </a:rPr>
              <a:t>Source duration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5312" y="25603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English original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19" y="2286000"/>
            <a:ext cx="1554480" cy="530352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1" y="2322576"/>
            <a:ext cx="1499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41.9s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1" y="23225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4444"/>
                </a:solidFill>
              </a:rPr>
              <a:t>Dubbed duration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02951" y="25603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+31.0% — Hindi morphology overhead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429000"/>
            <a:ext cx="11521440" cy="288036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51129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6B"/>
                </a:solidFill>
              </a:rPr>
              <a:t>Translation Sample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391363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</a:rPr>
              <a:t>English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91363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FA3"/>
                </a:solidFill>
              </a:rPr>
              <a:t>Hindi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46227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In a world where streaming has replaced the multiplex, content is king...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446227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ऐसी दुनिया में जहां स्ट्रीमिंग ने मल्टीप्लेक्स की जगह ले ली है, कंटेंट ही राजा है...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01091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They want stories told in their own language, with voices that feel like home.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01091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वे चाहते हैं कि कहानियाँ उनकी अपनी भाषा में, ऐसी आवाज़ों के साथ सुनाई जाएँ जो घर जैसी लगें।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55955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Today, AI makes it possible to bring every story to every audience, at scale.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555955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आज, कृत्रिम बुद्धिमत्ता हर कहानी को तुरंत, सटीक और बड़े पैमाने पर हर दर्शक तक पहुंचाना संभव बनाती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Indian Language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EE"/>
                </a:solidFill>
              </a:rPr>
              <a:t>Single pipeline change unlocks 6 Indian languages — 1.2 billion potential viewers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BCCEE"/>
                </a:solidFill>
              </a:rPr>
              <a:t>Logituit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CCEE"/>
                </a:solidFill>
              </a:rPr>
              <a:t>Logituit  ·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3749039" cy="214884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3749039" cy="475488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31673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Hindi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34416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✅ Live in POC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82880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5FA3"/>
                </a:solidFill>
              </a:rPr>
              <a:t>TTS: hi-IN-SwaraNeural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1671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Speakers: 550M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5328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Change 1 line of config to enable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1234440"/>
            <a:ext cx="3749039" cy="21488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234440"/>
            <a:ext cx="3749039" cy="4754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7" y="131673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Tamil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134416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🔧 Ready to add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7" y="182880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5FA3"/>
                </a:solidFill>
              </a:rPr>
              <a:t>TTS: ta-IN-PallaviNeural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7" y="21671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Speakers: 80M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7" y="25328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Change 1 line of config to enable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19" y="1234440"/>
            <a:ext cx="3749039" cy="21488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75319" y="1234440"/>
            <a:ext cx="3749039" cy="4754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5047" y="131673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Telugu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44200" y="134416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🔧 Ready to add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7" y="182880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5FA3"/>
                </a:solidFill>
              </a:rPr>
              <a:t>TTS: te-IN-ShrutiNeural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7" y="21671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Speakers: 95M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7" y="25328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Change 1 line of config to enable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57600"/>
            <a:ext cx="3749039" cy="21488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657600"/>
            <a:ext cx="3749039" cy="4754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" y="373989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Kannada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37673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🔧 Ready to add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" y="42519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5FA3"/>
                </a:solidFill>
              </a:rPr>
              <a:t>TTS: kn-IN-SapnaNeural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45902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Speakers: 45M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49560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Change 1 line of config to enable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79" y="3657600"/>
            <a:ext cx="3749039" cy="21488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97679" y="3657600"/>
            <a:ext cx="3749039" cy="4754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07407" y="373989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Malayalam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59" y="37673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🔧 Ready to add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07407" y="42519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5FA3"/>
                </a:solidFill>
              </a:rPr>
              <a:t>TTS: ml-IN-SobhanaNeural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07407" y="45902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Speakers: 38M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07407" y="49560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Change 1 line of config to enable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75319" y="3657600"/>
            <a:ext cx="3749039" cy="21488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75319" y="3657600"/>
            <a:ext cx="3749039" cy="4754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85047" y="373989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Bengali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44200" y="37673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🔧 Ready to add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5047" y="42519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5FA3"/>
                </a:solidFill>
              </a:rPr>
              <a:t>TTS: bn-IN-TanishaaNeural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5047" y="45902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Speakers: 100M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5047" y="49560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Change 1 line of config to enable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Production Upgrade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EE"/>
                </a:solidFill>
              </a:rPr>
              <a:t>POC proves the concept — production path is well-defined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BCCEE"/>
                </a:solidFill>
              </a:rPr>
              <a:t>Logituit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CCEE"/>
                </a:solidFill>
              </a:rPr>
              <a:t>Logituit  ·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1691639" cy="4389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9844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234440"/>
            <a:ext cx="3063240" cy="438912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1298448"/>
            <a:ext cx="2926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POC (today)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234440"/>
            <a:ext cx="3063240" cy="438912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1298448"/>
            <a:ext cx="2926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Production v1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1234440"/>
            <a:ext cx="3063240" cy="438912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1298448"/>
            <a:ext cx="2926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Production v2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719072"/>
            <a:ext cx="1691639" cy="5669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81051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ASR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1719072"/>
            <a:ext cx="3063240" cy="566928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1828800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5FA3"/>
                </a:solidFill>
              </a:rPr>
              <a:t>Whisper base (local)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1719072"/>
            <a:ext cx="3063240" cy="566928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1828800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Whisper large-v3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1719072"/>
            <a:ext cx="3063240" cy="566928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828800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Azure Speech + custom vocabulary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377439"/>
            <a:ext cx="1691639" cy="5669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246887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Translation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0" y="2377439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2487168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5FA3"/>
                </a:solidFill>
              </a:rPr>
              <a:t>Google Translate (free)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2377439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0" y="2487168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Google Cloud Translation 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2377439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2487168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Fine-tuned NMT on OTT subtitles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035808"/>
            <a:ext cx="1691639" cy="5669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31272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3035808"/>
            <a:ext cx="3063240" cy="566928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0" y="3145536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5FA3"/>
                </a:solidFill>
              </a:rPr>
              <a:t>edge-tts Swara (free)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0" y="3035808"/>
            <a:ext cx="3063240" cy="566928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0" y="3145536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Azure Neural TTS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0" y="3035808"/>
            <a:ext cx="3063240" cy="566928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0" y="3145536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ElevenLabs voice clone of actor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694176"/>
            <a:ext cx="1691639" cy="5669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3785615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Timing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94560" y="3694176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86000" y="3803904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5FA3"/>
                </a:solidFill>
              </a:rPr>
              <a:t>Concatenated segments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0" y="3694176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77840" y="3803904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Duration-matched TTS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78240" y="3694176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9680" y="3803904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Lip-sync alignment (wav2lip)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352544"/>
            <a:ext cx="1691639" cy="5669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79" y="4443983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Languages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94560" y="4352544"/>
            <a:ext cx="3063240" cy="566928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86000" y="4462272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5FA3"/>
                </a:solidFill>
              </a:rPr>
              <a:t>Hindi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0" y="4352544"/>
            <a:ext cx="3063240" cy="566928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77840" y="4462272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6 Indian languages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778240" y="4352544"/>
            <a:ext cx="3063240" cy="566928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9680" y="4462272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20+ languages via NLLB-200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5010912"/>
            <a:ext cx="1691639" cy="5669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79" y="5102351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Cost / min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94560" y="5010912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86000" y="5120640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5FA3"/>
                </a:solidFill>
              </a:rPr>
              <a:t>~₹0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0" y="5010912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77840" y="5120640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~₹12–18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778240" y="5010912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69680" y="5120640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~₹40–80 (with voice clone)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Proposed PoC — Phase 0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EE"/>
                </a:solidFill>
              </a:rPr>
              <a:t>A 4-week pilot to validate quality and workflow fit with your catalogue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BCCEE"/>
                </a:solidFill>
              </a:rPr>
              <a:t>Logituit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CCEE"/>
                </a:solidFill>
              </a:rPr>
              <a:t>Logituit  ·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2834640" cy="475488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9844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30759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EE"/>
                </a:solidFill>
              </a:rPr>
              <a:t>Catalogue sample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46504"/>
            <a:ext cx="2834640" cy="43434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874519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· Select 30–50 short clips (2–10 min each)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35000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· Mix of genres: drama, documentary, reality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825496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· Agree quality benchmark with editorial team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234440"/>
            <a:ext cx="2834640" cy="475488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29844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30759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EE"/>
                </a:solidFill>
              </a:rPr>
              <a:t>Pipeline run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1746504"/>
            <a:ext cx="2834640" cy="43434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01568" y="1874519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· Run full en→hi pipeline on all clips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235000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· Generate both subtitle (VTT) and dubbed (MP4) outputs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2825496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· Automated metrics: WER, BLEU, duration ratio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234440"/>
            <a:ext cx="2834640" cy="475488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79" y="129844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Week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130759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EE"/>
                </a:solidFill>
              </a:rPr>
              <a:t>Human evaluation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746504"/>
            <a:ext cx="2834640" cy="43434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1874519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· Native Hindi speakers rate 20 clips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235000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· Score: naturalness, accuracy, lip-sync adequacy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2825496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· Identify failure modes per content type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1234440"/>
            <a:ext cx="2834640" cy="475488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129844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Week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130759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EE"/>
                </a:solidFill>
              </a:rPr>
              <a:t>Report &amp; roadmap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1746504"/>
            <a:ext cx="2834640" cy="43434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45167" y="1874519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· Deliver quality scorecard vs manual dubbing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5167" y="235000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· Cost comparison: AI vs studio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5167" y="2825496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· Recommended production architecture &amp; language rollout plan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6236208"/>
            <a:ext cx="11521440" cy="20116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245352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3A6B"/>
                </a:solidFill>
              </a:rPr>
              <a:t>Deliverable: Quality report + recommended production architecture + go/no-go recommendation for full rollout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Running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EE"/>
                </a:solidFill>
              </a:rPr>
              <a:t>POC is entirely free to operate — production costs are low vs human alternatives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BCCEE"/>
                </a:solidFill>
              </a:rPr>
              <a:t>Logituit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CCEE"/>
                </a:solidFill>
              </a:rPr>
              <a:t>Logituit  ·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39496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893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POC (current) — Zero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91640"/>
            <a:ext cx="5394960" cy="4572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Whisper ASR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78308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</a:rPr>
              <a:t>₹0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78308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Runs locally on CPU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94560"/>
            <a:ext cx="5394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860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Google Translate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28600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</a:rPr>
              <a:t>₹0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2860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Free tier via deep-translator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697480"/>
            <a:ext cx="5394960" cy="4572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7889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edge-tts (TTS)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78892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</a:rPr>
              <a:t>₹0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7889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Free Microsoft Edge TTS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200400"/>
            <a:ext cx="5394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2918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ffmpeg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29184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</a:rPr>
              <a:t>₹0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291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Open source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703320"/>
            <a:ext cx="5394960" cy="4572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7947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Streamlit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79476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</a:rPr>
              <a:t>₹0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7947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Open source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1234440"/>
            <a:ext cx="5897880" cy="384048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1289304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Production estimate — per finished minute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1691640"/>
            <a:ext cx="5897880" cy="4572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178308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Azure Speech (ASR)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178308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5FA3"/>
                </a:solidFill>
              </a:rPr>
              <a:t>₹1.5–3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178308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Per min of audio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2194560"/>
            <a:ext cx="5897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228600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Google Cloud Translate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28600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5FA3"/>
                </a:solidFill>
              </a:rPr>
              <a:t>₹0.5–1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228600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Per 1000 chars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2697480"/>
            <a:ext cx="5897880" cy="4572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278892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Azure Neural TTS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27889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5FA3"/>
                </a:solidFill>
              </a:rPr>
              <a:t>₹4–8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0" y="27889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Per min of output audio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3200400"/>
            <a:ext cx="5897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329184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Compute (API calls)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329184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5FA3"/>
                </a:solidFill>
              </a:rPr>
              <a:t>₹1–2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49840" y="329184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Cloud VM or serverless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3703320"/>
            <a:ext cx="5897880" cy="4572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0" y="379476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Storage + CDN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379476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5FA3"/>
                </a:solidFill>
              </a:rPr>
              <a:t>₹1–2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0" y="379476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Video + subtitle files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89320" y="4206240"/>
            <a:ext cx="5897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26480" y="4297679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Human QA (optional)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0" y="4297679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5FA3"/>
                </a:solidFill>
              </a:rPr>
              <a:t>₹20–50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49840" y="4297679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Spot-check 10% of clips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480560"/>
            <a:ext cx="11567160" cy="822960"/>
          </a:xfrm>
          <a:prstGeom prst="rect">
            <a:avLst/>
          </a:prstGeom>
          <a:solidFill>
            <a:srgbClr val="EAF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455371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6B"/>
                </a:solidFill>
              </a:rPr>
              <a:t>vs Human Studio Dubbing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89120" y="4553712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</a:rPr>
              <a:t>₹8,000–15,000 / min  →  AI: ₹28–66 / min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459028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100–200x cost reduction  ·  Hours vs weeks turnaround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5065776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Total AI production cost per finished minute: ₹28–66 (excluding optional human QA)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